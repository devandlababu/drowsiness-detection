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Driver Drowsiness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Year Project with Diagrams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Flow of the system (visual below)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Camera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Face Mesh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EAR/MAR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Alert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 Concept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Eye landmarks used to calculate EAR</a:t>
            </a:r>
          </a:p>
        </p:txBody>
      </p:sp>
      <p:sp>
        <p:nvSpPr>
          <p:cNvPr id="4" name="Oval 3"/>
          <p:cNvSpPr/>
          <p:nvPr/>
        </p:nvSpPr>
        <p:spPr>
          <a:xfrm>
            <a:off x="2743200" y="1828800"/>
            <a:ext cx="2743200" cy="1371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Eye Shape</a:t>
            </a:r>
          </a:p>
          <a:p>
            <a:r>
              <a:t>(A,B,C distances)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 Concept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Mouth opening detection using landmarks</a:t>
            </a:r>
          </a:p>
        </p:txBody>
      </p:sp>
      <p:sp>
        <p:nvSpPr>
          <p:cNvPr id="4" name="Oval 3"/>
          <p:cNvSpPr/>
          <p:nvPr/>
        </p:nvSpPr>
        <p:spPr>
          <a:xfrm>
            <a:off x="2743200" y="1828800"/>
            <a:ext cx="2743200" cy="1371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Mouth Shape</a:t>
            </a:r>
          </a:p>
          <a:p>
            <a:r>
              <a:t>(Vertical/Horizontal)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Drowsy driving causes accidents.</a:t>
            </a:r>
          </a:p>
          <a:p>
            <a:r>
              <a:t>Need real-time alert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OpenCV, MediaPipe, NumPy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 for eyes</a:t>
            </a:r>
          </a:p>
          <a:p>
            <a:r>
              <a:t>MAR for mouth</a:t>
            </a:r>
          </a:p>
          <a:p>
            <a:r>
              <a:t>Timer-based alerts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video + alerts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driver safety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