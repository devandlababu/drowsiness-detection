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Driver Drowsiness Detection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system using MediaPipe and OpenCV</a:t>
            </a:r>
          </a:p>
          <a:p>
            <a:r>
              <a:t>Detects eye closure and yawning</a:t>
            </a:r>
          </a:p>
          <a:p>
            <a:r>
              <a:t>Provides alerts and logs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</a:t>
            </a:r>
          </a:p>
          <a:p>
            <a:r>
              <a:t>OpenCV</a:t>
            </a:r>
          </a:p>
          <a:p>
            <a:r>
              <a:t>MediaPipe</a:t>
            </a:r>
          </a:p>
          <a:p>
            <a:r>
              <a:t>NumPy</a:t>
            </a:r>
          </a:p>
          <a:p>
            <a:r>
              <a:t>pyttsx3 (voice)</a:t>
            </a:r>
          </a:p>
          <a:p>
            <a:r>
              <a:t>playsound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video from webcam</a:t>
            </a:r>
          </a:p>
          <a:p>
            <a:r>
              <a:t>Detect face landmarks</a:t>
            </a:r>
          </a:p>
          <a:p>
            <a:r>
              <a:t>Calculate EAR &amp; MAR</a:t>
            </a:r>
          </a:p>
          <a:p>
            <a:r>
              <a:t>Apply thresholds</a:t>
            </a:r>
          </a:p>
          <a:p>
            <a:r>
              <a:t>Trigger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Eye Aspect Ratio (EAR)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detect eye closure</a:t>
            </a:r>
          </a:p>
          <a:p>
            <a:r>
              <a:t>If EAR &lt; threshold → eyes closed</a:t>
            </a:r>
          </a:p>
          <a:p>
            <a:r>
              <a:t>If closed for 2 sec → DROWSY alert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Mouth Aspect Ratio (MAR)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detect yawning</a:t>
            </a:r>
          </a:p>
          <a:p>
            <a:r>
              <a:t>If MAR &gt; threshold → mouth open</a:t>
            </a:r>
          </a:p>
          <a:p>
            <a:r>
              <a:t>If open for 2 sec → YAWNING alert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Timer-Based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Avoids false alerts</a:t>
            </a:r>
          </a:p>
          <a:p>
            <a:r>
              <a:t>Uses time module</a:t>
            </a:r>
          </a:p>
          <a:p>
            <a:r>
              <a:t>Triggers only after continuous condition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Voice &amp; Alarm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Alarm sound using playsound</a:t>
            </a:r>
          </a:p>
          <a:p>
            <a:r>
              <a:t>Voice alert using pyttsx3</a:t>
            </a:r>
          </a:p>
          <a:p>
            <a:r>
              <a:t>Threading used to avoid blocking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Saves events in log.txt</a:t>
            </a:r>
          </a:p>
          <a:p>
            <a:r>
              <a:t>Stores date and time</a:t>
            </a:r>
          </a:p>
          <a:p>
            <a:r>
              <a:t>Useful for monitoring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 (Imports)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cv2: video processing</a:t>
            </a:r>
          </a:p>
          <a:p>
            <a:r>
              <a:t>mediapipe: face detection</a:t>
            </a:r>
          </a:p>
          <a:p>
            <a:r>
              <a:t>numpy: calculations</a:t>
            </a:r>
          </a:p>
          <a:p>
            <a:r>
              <a:t>time: timers</a:t>
            </a:r>
          </a:p>
          <a:p>
            <a:r>
              <a:t>threading: parallel tasks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 (Main Logic)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Capture frame</a:t>
            </a:r>
          </a:p>
          <a:p>
            <a:r>
              <a:t>Process with MediaPipe</a:t>
            </a:r>
          </a:p>
          <a:p>
            <a:r>
              <a:t>Extract landmarks</a:t>
            </a:r>
          </a:p>
          <a:p>
            <a:r>
              <a:t>Compute EAR &amp; MAR</a:t>
            </a:r>
          </a:p>
          <a:p>
            <a:r>
              <a:t>Apply conditions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Explanation (Alerts)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If EAR &lt; threshold for 2 sec → DROWSY</a:t>
            </a:r>
          </a:p>
          <a:p>
            <a:r>
              <a:t>If MAR &gt; threshold for 2 sec → YAWNING</a:t>
            </a:r>
          </a:p>
          <a:p>
            <a:r>
              <a:t>Trigger sound, voice,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Live video with landmarks</a:t>
            </a:r>
          </a:p>
          <a:p>
            <a:r>
              <a:t>Displays EAR &amp; MAR</a:t>
            </a:r>
          </a:p>
          <a:p>
            <a:r>
              <a:t>Shows DROWSY / YAWNING alerts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 safety systems</a:t>
            </a:r>
          </a:p>
          <a:p>
            <a:r>
              <a:t>Accident prevention</a:t>
            </a:r>
          </a:p>
          <a:p>
            <a:r>
              <a:t>Smart vehicles</a:t>
            </a:r>
          </a:p>
          <a:p>
            <a:r>
              <a:t>Monitoring systems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Real-time intelligent system</a:t>
            </a:r>
          </a:p>
          <a:p>
            <a:r>
              <a:t>Improves road safety</a:t>
            </a:r>
          </a:p>
          <a:p>
            <a:r>
              <a:t>Can be extended to AI models &amp; web apps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